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74320"/>
            <a:ext cx="1280160" cy="1280160"/>
          </a:xfrm>
          <a:prstGeom prst="ellipse">
            <a:avLst/>
          </a:prstGeom>
          <a:solidFill>
            <a:srgbClr val="0E9AA7">
              <a:alpha val="25000"/>
            </a:srgbClr>
          </a:solidFill>
          <a:ln w="12700">
            <a:solidFill>
              <a:srgbClr val="0E9AA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1097280"/>
            <a:ext cx="731520" cy="731520"/>
          </a:xfrm>
          <a:prstGeom prst="ellipse">
            <a:avLst/>
          </a:prstGeom>
          <a:solidFill>
            <a:srgbClr val="F4845F">
              <a:alpha val="40000"/>
            </a:srgbClr>
          </a:solidFill>
          <a:ln w="12700">
            <a:solidFill>
              <a:srgbClr val="F484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3474720"/>
            <a:ext cx="1645920" cy="1645920"/>
          </a:xfrm>
          <a:prstGeom prst="ellipse">
            <a:avLst/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20040"/>
            <a:ext cx="3200400" cy="384048"/>
          </a:xfrm>
          <a:prstGeom prst="rect">
            <a:avLst/>
          </a:prstGeom>
          <a:solidFill>
            <a:srgbClr val="0E9AA7">
              <a:alpha val="8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0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MEDIA PARTY · GLOBAL DIGITAL CHALLENGE 360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804672"/>
            <a:ext cx="3200400" cy="34747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04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CATEGORÍA 02 · INSTANT VISUAL STORIES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3258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Data360</a:t>
            </a:r>
            <a:endParaRPr lang="en-US" sz="6800" dirty="0"/>
          </a:p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widget que convierte datos del Banco Mundial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historias visuales listas para publicar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" y="4434840"/>
            <a:ext cx="2377440" cy="3840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434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 Deadline: 31 de marzo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</a:rPr>
              <a:t>EL DESAFÍO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¿Por qué los medios necesitan esto?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B2A4A"/>
                </a:solidFill>
              </a:rPr>
              <a:t>"Raw numbers don't tell stories; visualizations do."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— Media Party, Global Digital Challenge 360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8346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834640"/>
            <a:ext cx="2743200" cy="6400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Sin tiempo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2487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Las redacciones no pueden esperar horas para procesar datos del Banco Mundial.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4408" y="28346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2834640"/>
            <a:ext cx="2743200" cy="6400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58768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Sin código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3456432"/>
            <a:ext cx="2487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Los periodistas necesitan herramientas sin programación para publicar en minutos.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08776" y="28346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2834640"/>
            <a:ext cx="2743200" cy="6400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03136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Sin integración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3456432"/>
            <a:ext cx="2487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No existe un widget embed listo para CMS tan simple como pegar un iframe.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2EBF2"/>
                </a:solidFill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Data360 Embed: el widget plug-and-play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Como un video de YouTube — pero para datos del Banco Mundial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El periodista elige el indicador, el país y el período → obtiene un código &lt;iframe&gt; listo para pegar en cualquier CMS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31720"/>
            <a:ext cx="64008" cy="1170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9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" y="2423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Datos en Vivo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28437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Conectado a Data360 API del Banco Mundial — 265 países, 42 temas, 1960-2024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6008" y="23317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2331720"/>
            <a:ext cx="64008" cy="11704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459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03520" y="2423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Sin Código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8437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Interfaz visual para elegir indicadores, países y tipo de gráfico con un click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11880"/>
            <a:ext cx="64008" cy="1170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39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📎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7552" y="3703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Embed Universal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12394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Genera código &lt;iframe&gt; compatible con cualquier CMS: WordPress, Ghost, Arc...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361188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6008" y="3611880"/>
            <a:ext cx="64008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739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03520" y="3703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Responsive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412394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Los charts se adaptan a móvil, tablet y desktop automáticamente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Cómo funciona por dentro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3716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Data360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Banco Mundial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265 países · 42 temas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12848" y="1874520"/>
            <a:ext cx="24688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188720"/>
            <a:ext cx="1920240" cy="137160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Configurador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 UI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87168" y="2029968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El periodista elige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indicadores y parámetros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25696" y="1874520"/>
            <a:ext cx="24688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0016" y="1188720"/>
            <a:ext cx="192024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0016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Motor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Charts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0016" y="2029968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Altair / Vega-Lite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Procesa &amp; renderiza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38544" y="1874520"/>
            <a:ext cx="24688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12864" y="118872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12864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Widget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Embed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12864" y="2029968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Código &lt;iframe&gt;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Listo para CMS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27889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STACK TECNOLÓGICO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136392"/>
            <a:ext cx="1353312" cy="38404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136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/ FastAPI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83080" y="3136392"/>
            <a:ext cx="1353312" cy="3840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3080" y="3136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Vega-Lite / Altair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136392"/>
            <a:ext cx="1353312" cy="38404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136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 + JS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136392"/>
            <a:ext cx="1353312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136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DuckDB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136392"/>
            <a:ext cx="1353312" cy="384048"/>
          </a:xfrm>
          <a:prstGeom prst="rect">
            <a:avLst/>
          </a:prstGeom>
          <a:solidFill>
            <a:srgbClr val="009EDB"/>
          </a:solidFill>
          <a:ln w="12700">
            <a:solidFill>
              <a:srgbClr val="009E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136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Data360 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3136392"/>
            <a:ext cx="1353312" cy="384048"/>
          </a:xfrm>
          <a:prstGeom prst="rect">
            <a:avLst/>
          </a:prstGeom>
          <a:solidFill>
            <a:srgbClr val="F37626"/>
          </a:solidFill>
          <a:ln w="12700">
            <a:solidFill>
              <a:srgbClr val="F37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3136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Jupyter Notebook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</a:rPr>
              <a:t>FLUJO DEL PERIODISTA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97764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7160" y="4315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Accede al widget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37944" y="397764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37944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63624" y="4315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Elige país e indicador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64408" y="397764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64408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90088" y="4315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Selecciona tipo de chart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90872" y="397764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0872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16552" y="4315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Previsualiza en vivo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17336" y="397764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17336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843016" y="4315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Copia el &lt;iframe&gt;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43800" y="397764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69480" y="4315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Pega en el CMS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4845F"/>
                </a:solidFill>
              </a:rPr>
              <a:t>PUNTO DE PARTIDA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 que ya tenemos del notebook de exploración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92024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AA7"/>
                </a:solidFill>
              </a:rPr>
              <a:t>1960–2024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Cobertura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Temporal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0972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097280"/>
            <a:ext cx="1920240" cy="6400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1612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845F"/>
                </a:solidFill>
              </a:rPr>
              <a:t>265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87168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Países 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Regiones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10972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097280"/>
            <a:ext cx="192024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1612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42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0016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Temas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Cubiertos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12864" y="10972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12864" y="109728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1612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7+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12864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Indicadores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Explorados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69748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97480"/>
            <a:ext cx="64008" cy="21945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249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✅ Componentes listos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Exploración completa de la Data360 API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Función de rango temporal (1960–2024)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Catálogo de 265 áreas geográficas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Listado de 42 categorías temáticas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Visualización comparativa Cono Sur (Altair)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Análisis PCA multivariable interactivo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Tabla filtrable con DataTables JS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Pipeline DuckDB para procesamiento SQL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69748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697480"/>
            <a:ext cx="64008" cy="21945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249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🔨 Por construir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1546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UI configurador (selector país / indicador)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Generador de código &lt;iframe&gt; embebible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API backend Flask/FastAPI liviana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Template responsive del widget HTML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Previsualización en tiempo real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Documentación de integración para redacciones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Demo pública online (ej. Streamlit o Render)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SPRINT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días hacia el 31 de marzo — Mar 21 al 31,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8869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115568"/>
            <a:ext cx="777240" cy="23774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155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16152" y="11155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Días 1–2  (21–22 mar)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Core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10512" y="137160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Armar API FastAPI que consume Data360  ·  Endpoints: /indicators, /areas, /data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57400"/>
            <a:ext cx="64008" cy="8869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" y="2121408"/>
            <a:ext cx="777240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1214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FASE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16152" y="21214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Días 3–4  (23–24 mar)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" y="2377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Widget HTML/JS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10512" y="237744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Template embebible con Vega-Lite  ·  Parámetros por URL (?indicator=...&amp;areas=...)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64008" cy="8869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3127248"/>
            <a:ext cx="777240" cy="237744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1272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FASE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16152" y="31272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Días 5–6  (25–26 mar)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" y="3383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Configurador UI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10512" y="33832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Interfaz visual para armar el widget  ·  Selector de indicador, país, años, chart type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051560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051560"/>
            <a:ext cx="64008" cy="8869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115568"/>
            <a:ext cx="7772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1155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FASE 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50992" y="11155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Días 7–8  (27–28 mar)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1371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Demo &amp; Deploy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45352" y="137160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Deploy en Streamlit Cloud / Render (gratis)  ·  Demo pública con 5 casos de uso para medios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057400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057400"/>
            <a:ext cx="64008" cy="8869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2121408"/>
            <a:ext cx="77724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1214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FASE 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50992" y="21214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Días 9–10  (29–31 mar)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2377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Submission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45352" y="237744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Revisión final y pulido de UI  ·  Completar formulario de inscripción Media Party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218688"/>
            <a:ext cx="4206240" cy="1627632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09160" y="3337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845F"/>
                </a:solidFill>
              </a:rPr>
              <a:t>⏱  31 MARZO 2026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709160" y="3840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Fecha límite de entrega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0916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4D4"/>
                </a:solidFill>
              </a:rPr>
              <a:t>Demo funcional · Código fuente · Video pitch · Formulario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PROPUESTA DE VALOR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¿Por qué Data360 Embed gana?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99232" y="1051560"/>
            <a:ext cx="146304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Data360 Embed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051560"/>
            <a:ext cx="146304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 manual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61888" y="1051560"/>
            <a:ext cx="146304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Datawrapper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051560"/>
            <a:ext cx="14173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051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Código propio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46304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🔗 Conectado al Banco Mundial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99232" y="1463040"/>
            <a:ext cx="1463040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146304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61888" y="146304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⚠️ manual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06640" y="1463040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1938528"/>
            <a:ext cx="2651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938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🎨 Sin conocimiento técnico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99232" y="1938528"/>
            <a:ext cx="1463040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1938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80560" y="1938528"/>
            <a:ext cx="1463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938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61888" y="1938528"/>
            <a:ext cx="1463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61888" y="1938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✅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06640" y="1938528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19385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❌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0040" y="2414016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4140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📎 Embed en 1 click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99232" y="2414016"/>
            <a:ext cx="1463040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9232" y="24140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✅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480560" y="2414016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24140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❌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961888" y="2414016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24140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✅ (pago)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06640" y="241401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24140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❌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20040" y="2889504"/>
            <a:ext cx="2651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889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⚡ Datos en tiempo real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99232" y="2889504"/>
            <a:ext cx="1463040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99232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✅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480560" y="2889504"/>
            <a:ext cx="1463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❌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961888" y="2889504"/>
            <a:ext cx="1463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61888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❌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406640" y="2889504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28895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✅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20040" y="3364992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3649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💰 Gratuito para redacciones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999232" y="3364992"/>
            <a:ext cx="1463040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99232" y="33649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✅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480560" y="336499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0" y="33649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✅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961888" y="336499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61888" y="33649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❌ (freemium)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406640" y="3364992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3364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✅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20040" y="3840480"/>
            <a:ext cx="2651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🌍 265 países disponibles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999232" y="3840480"/>
            <a:ext cx="1463040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99232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✅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480560" y="3840480"/>
            <a:ext cx="1463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056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⚠️ limitado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961888" y="3840480"/>
            <a:ext cx="1463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61888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⚠️ limitado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7406640" y="3840480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06640" y="3840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✅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Data360 Embed = la única herramienta que combina datos oficiales del Banco Mundial + embed plug-and-play + acceso gratuito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"/>
            <a:ext cx="2560320" cy="2560320"/>
          </a:xfrm>
          <a:prstGeom prst="ellipse">
            <a:avLst/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F4845F">
              <a:alpha val="25000"/>
            </a:srgbClr>
          </a:solidFill>
          <a:ln w="12700">
            <a:solidFill>
              <a:srgbClr val="F4845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845F"/>
                </a:solidFill>
              </a:rPr>
              <a:t>ENTREGABLES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¿Qué va en el submission del 31 de marzo?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04672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53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658368" cy="7132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344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 funcional online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7205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4"/>
                </a:solidFill>
              </a:rPr>
              <a:t>URL pública del configurador + widget embebible en vivo (Streamlit Cloud o Render)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804672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53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03120"/>
            <a:ext cx="658368" cy="7132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03120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Código fuente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68880"/>
            <a:ext cx="7205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4"/>
                </a:solidFill>
              </a:rPr>
              <a:t>Repositorio GitHub con README, instrucciones de deploy y documentación para redacciones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804672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53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07792"/>
            <a:ext cx="65836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07792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953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Video pitch (2 min)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273552"/>
            <a:ext cx="7205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4"/>
                </a:solidFill>
              </a:rPr>
              <a:t>Screencast mostrando el flujo completo: elegir indicador → configurar → copiar embed → publicar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712464"/>
            <a:ext cx="804672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53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712464"/>
            <a:ext cx="658368" cy="7132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12464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3758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Casos de uso demostrados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078224"/>
            <a:ext cx="7205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4"/>
                </a:solidFill>
              </a:rPr>
              <a:t>Al menos 3 ejemplos periodísticos: pobreza, clima, educación usando datos Data360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572000"/>
            <a:ext cx="8046720" cy="3840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572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Deadline: 31 de marzo 2026  ·  mediaparty.org/en-global-digital-challenge-360/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Data360 Embed – Media Party Global Digital Challenge 360</dc:title>
  <dc:subject>PptxGenJS Presentation</dc:subject>
  <dc:creator>Juan</dc:creator>
  <cp:lastModifiedBy>Juan</cp:lastModifiedBy>
  <cp:revision>1</cp:revision>
  <dcterms:created xsi:type="dcterms:W3CDTF">2026-03-21T20:43:14Z</dcterms:created>
  <dcterms:modified xsi:type="dcterms:W3CDTF">2026-03-21T20:43:14Z</dcterms:modified>
</cp:coreProperties>
</file>